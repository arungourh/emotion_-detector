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9A5D6B3-29B7-460B-B01E-18B65B711D1A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C51D0-D12C-48EB-9D8C-DCE13990C72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B1167-4ABE-4C57-A431-F60259B7B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0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672B-1F42-2914-C9C3-FA2923F62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AEFE3-AB35-EA84-DB53-D202C4CFB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5E64-96F7-3B1E-7199-9B517D81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6BA7-48FA-ED1D-2397-D780F58D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7333C-F3FD-7A70-B239-558DAE83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5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5A49-EBBC-50C0-FC61-321CC321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0D43-0EA4-4F4A-5EE0-17CD6EA6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43744-FCE7-169B-CDE0-A3339572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35EF6-D1F5-6F5A-A3F0-31123271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52A3-D341-2308-0F94-0B9FB449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61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93B4-2B67-95DB-0AD8-55BC1C3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EC6ED-7CC5-BFB7-45F9-8F393CAFC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6FF31-4283-B601-6F64-4A3D45BD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1B233-A0BD-A157-C5F9-48BEE749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B53F7-F5B4-1284-B1B8-F8CCFA24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3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54B2-B932-E299-6CA4-C1D92167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9388-B54F-BE86-41E7-BEB1D7922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1025C-4BB1-32EE-318C-F45DA2D81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B9F79-9AC0-A079-5139-B2725B0A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DA737-2336-A3C0-F23B-7F40736E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3C78B-FFE3-36E5-E5DA-6883C0B9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51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5915-FB47-C0E5-E146-9F0DFBF9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1C211-CE95-8C33-9E11-804203B97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2AC85-9F98-D0DA-7F18-FF13E264B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085B6-C8CD-9E50-DDC5-6DF712A20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CF19A-6515-1651-FA97-1FC18675B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7E005-5F1C-746A-89DC-8721858D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01149-85D0-026C-1372-0C2960E3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352E5-3EE9-462C-0887-A8770B16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0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5FA3-B66B-0F5D-4EB1-0D8FC5E5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4577C-0702-AA6A-DFC4-A14B092E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CEA1B-D1A8-35AC-6E39-1E85CFD6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730D2-6B68-B534-82BA-406E05BA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2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4D4E9-2859-2785-70BE-F137417C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1EDAA-CC3E-C7F2-B142-BB4B9DA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14ED1-7BD5-D868-4FE5-6381D395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46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3F94-B992-4E8D-461F-EDA7FE26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037C1-4BD8-32B8-425C-309B6E0AC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688C6-3093-1746-56B9-8C615E157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0A010-6940-E3BD-D00D-34ABE495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4BD78-B788-3B17-BF8E-9EBE2B9F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784EE-32BC-CF07-F74F-FFD3BCAC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01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C0F0-FCBD-49E4-B9D8-3C454910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BEA45-29E2-AD23-3C6A-1FD78EB1B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95CC1-0895-1B03-664B-FDBF5D375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1A7AA-E074-C718-EA88-624D4800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1CE76-C020-53FA-B490-5C167434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4FCDE-4E20-3E8E-368B-9C972F02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45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9314-26E7-A051-2D0D-1020E7DCF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7F56B-47B2-453E-91F8-5200132DA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5D9EA-D685-F83A-3CEF-7412DC42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5AE4-2CB0-4C10-D419-CF48A08C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03B3-8BCB-F865-CE0E-887CEBF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12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A542E-D8EA-B59F-AB76-7FB8DA28D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BE3CB-6A37-7642-D45C-99DA86F92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A1E20-092D-7F16-B4C1-3A2EFAF9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4C27F-00B8-0171-B979-766DA74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CD4A-2700-C576-49F6-2707E406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1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96C48-AC60-5082-6C56-3D78E2D0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CF358-A6E0-ECE8-6445-B94A13C1F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874C-0E1F-6F4F-187C-99F63D80F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5FCC5-3E1F-41C3-8C70-06031EDCFDAD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E2C5F-A039-B548-D394-ACDC4B1C1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D6E7-BE47-713A-7CAD-F06FF2A25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D960C-4C15-49E7-94A4-DB3986173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9FE179-F19C-DBA3-D96C-31A9469F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IN" dirty="0"/>
              <a:t>Q. Print if a </a:t>
            </a:r>
            <a:r>
              <a:rPr lang="en-IN"/>
              <a:t>number is odd or even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043D34-79B5-C60A-5D92-4DB9257E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834"/>
            <a:ext cx="10515600" cy="476512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480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Q. Print if a number is odd or even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Gourh</dc:creator>
  <cp:lastModifiedBy>Arun Gourh</cp:lastModifiedBy>
  <cp:revision>1</cp:revision>
  <dcterms:created xsi:type="dcterms:W3CDTF">2025-12-04T17:38:15Z</dcterms:created>
  <dcterms:modified xsi:type="dcterms:W3CDTF">2025-12-04T18:17:18Z</dcterms:modified>
</cp:coreProperties>
</file>